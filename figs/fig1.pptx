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72" r:id="rId2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23"/>
    <p:restoredTop sz="94726"/>
  </p:normalViewPr>
  <p:slideViewPr>
    <p:cSldViewPr snapToGrid="0">
      <p:cViewPr varScale="1">
        <p:scale>
          <a:sx n="82" d="100"/>
          <a:sy n="82" d="100"/>
        </p:scale>
        <p:origin x="192" y="9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F92A86-B628-864C-9AF3-B79AFF270722}" type="datetimeFigureOut">
              <a:rPr lang="en-TW" smtClean="0"/>
              <a:t>2026/3/21</a:t>
            </a:fld>
            <a:endParaRPr lang="en-T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TW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F7217B-561A-B74E-988D-25065D43AAE4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865375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A499C-7376-6969-0FB8-D8FE03EC6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5D4511-B2C7-9BF4-3AB1-DFE7AFE1AB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625246-57C7-732D-607F-67A10DD98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8CBF1-00AE-0843-BB2C-DC6DB3159B14}" type="datetimeFigureOut">
              <a:rPr lang="en-TW" smtClean="0"/>
              <a:t>2026/3/21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52C186-6014-B2AD-0F81-5E4B65795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F5EC04-16E5-C554-B910-3FA5C833D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7DF5-8416-694A-B01F-0B3AA219734E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193024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80D20-B5DC-1042-C31A-F2EEBA565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10B67-E210-0285-66F3-46DD334E94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71053-53A7-8606-8311-E2CDADCD4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8CBF1-00AE-0843-BB2C-DC6DB3159B14}" type="datetimeFigureOut">
              <a:rPr lang="en-TW" smtClean="0"/>
              <a:t>2026/3/21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67FC59-3672-90F2-D5AB-950EA7F1D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2D4967-6DEE-B4D0-3447-4C4F148D7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7DF5-8416-694A-B01F-0B3AA219734E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437248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A63E4-5EF3-CA9C-67EA-40CCF434A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B90CC5-5140-6B8C-BB1B-C724FF3973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11B17F-14A3-5438-2003-1AD288941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8CBF1-00AE-0843-BB2C-DC6DB3159B14}" type="datetimeFigureOut">
              <a:rPr lang="en-TW" smtClean="0"/>
              <a:t>2026/3/21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B4C1A-40B8-FCCF-FC59-EBC5A6E8D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877005-D94A-B4E0-1F58-CCC5216D9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7DF5-8416-694A-B01F-0B3AA219734E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791638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528F4-1574-8F65-832A-FA11336CB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9D23D-749F-3034-2EC7-97C8B464A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D73E08-016F-FABA-EFBE-71ABF436CE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5BCB5A-3E9A-43B0-3539-A96AA9AD2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8CBF1-00AE-0843-BB2C-DC6DB3159B14}" type="datetimeFigureOut">
              <a:rPr lang="en-TW" smtClean="0"/>
              <a:t>2026/3/21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0E9C4F-E96E-C673-7702-E4445BC4E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9B85B1-F9A1-D516-076A-A8EE730D9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7DF5-8416-694A-B01F-0B3AA219734E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9733874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2C0AF-35DE-2EEF-DE9E-10ACC4CA3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21182-CD56-9594-ECF7-7F06288D0B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8723B8-AC79-6952-15BF-BCA162CD1E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3F70C2-E452-9709-C6C9-CC19C61961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FCA36A-0D25-0B04-8282-59C6B811E4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9D6B24-0A43-7D62-8FD9-52B41BD94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8CBF1-00AE-0843-BB2C-DC6DB3159B14}" type="datetimeFigureOut">
              <a:rPr lang="en-TW" smtClean="0"/>
              <a:t>2026/3/21</a:t>
            </a:fld>
            <a:endParaRPr lang="en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76760F-2034-E7DA-8632-75490E18C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DAA11E-ACAB-05CF-562C-6E0900C93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7DF5-8416-694A-B01F-0B3AA219734E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963805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E75BE-F5A7-1D3B-D284-4B303C8A9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4750B8-3A43-6650-4A73-A0AE0D237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8CBF1-00AE-0843-BB2C-DC6DB3159B14}" type="datetimeFigureOut">
              <a:rPr lang="en-TW" smtClean="0"/>
              <a:t>2026/3/21</a:t>
            </a:fld>
            <a:endParaRPr lang="en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5E4056-9170-CEBE-ADFC-A53AB14B9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D00452-E7EF-C580-AADE-0FA82E050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7DF5-8416-694A-B01F-0B3AA219734E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343147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7E6B0F-9A51-D0CD-E54A-7B8D16062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8CBF1-00AE-0843-BB2C-DC6DB3159B14}" type="datetimeFigureOut">
              <a:rPr lang="en-TW" smtClean="0"/>
              <a:t>2026/3/21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974091-D85B-A02A-6BE8-E6C9762D4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72E1C-9B3F-3675-B30C-B58D43465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7DF5-8416-694A-B01F-0B3AA219734E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71931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D6267-C800-18D6-802C-C64A78508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18368F-2B1C-7F73-9A07-4526CC152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90A2D2-2C4F-4100-003E-D7B29EC47D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755F49-4014-8502-0B98-CA97AC671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8CBF1-00AE-0843-BB2C-DC6DB3159B14}" type="datetimeFigureOut">
              <a:rPr lang="en-TW" smtClean="0"/>
              <a:t>2026/3/21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1FB4C8-CEB2-1EC1-D027-219419EAE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7A6D9A-4F0A-9D69-CF7A-D5A1946DA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7DF5-8416-694A-B01F-0B3AA219734E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4633250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7FAEE-061C-4C0D-43D5-881AFB21F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8355B2-5C19-07C0-B53E-366C076C75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E2A3EA-E965-FC49-427A-4650DF7E7F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6FF4A3-54B3-839C-B80B-873079B11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8CBF1-00AE-0843-BB2C-DC6DB3159B14}" type="datetimeFigureOut">
              <a:rPr lang="en-TW" smtClean="0"/>
              <a:t>2026/3/21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229F1B-5B3A-9A96-50D2-CAE5A18B2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8578EE-2AF4-5C78-EF93-B7797536C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7DF5-8416-694A-B01F-0B3AA219734E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5983699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4CE76-17C5-C37A-1A2B-A1478AAD3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D22EFE-63D5-43E2-8055-CC2ADC4C13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43E64-8635-579E-F50A-7B3A6E5E7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8CBF1-00AE-0843-BB2C-DC6DB3159B14}" type="datetimeFigureOut">
              <a:rPr lang="en-TW" smtClean="0"/>
              <a:t>2026/3/21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4FDD72-50C1-3233-F8B4-D11542E8C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4E1142-2E8D-4CC8-67A2-C1E575593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7DF5-8416-694A-B01F-0B3AA219734E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905311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E994B8D-6761-A8F3-5E09-89ACBC6A65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9C63E6-1C10-60DE-722A-477A24A531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2CFD8-BFBC-245A-F5D1-8D515B0C2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8CBF1-00AE-0843-BB2C-DC6DB3159B14}" type="datetimeFigureOut">
              <a:rPr lang="en-TW" smtClean="0"/>
              <a:t>2026/3/21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861CDA-1983-8F53-D70E-3E0ED05F7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6F3B2C-9258-A69D-1B42-3AB53288B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D7DF5-8416-694A-B01F-0B3AA219734E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93101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62BB98-5239-3A3C-B623-60796E2D9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54FF07-3F07-55B1-6781-9F7195F96D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87D4AC-6A61-872B-9EB5-A69F0CA667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98CBF1-00AE-0843-BB2C-DC6DB3159B14}" type="datetimeFigureOut">
              <a:rPr lang="en-TW" smtClean="0"/>
              <a:t>2026/3/21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F6FF4F-0610-1A3A-4EDF-02ADBD6E9A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4AE953-EF96-64BB-503A-A453CB3F47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D7DF5-8416-694A-B01F-0B3AA219734E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048741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03B464-663F-17EA-187F-BDCB127B28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980" t="4156" r="5405" b="4416"/>
          <a:stretch/>
        </p:blipFill>
        <p:spPr>
          <a:xfrm>
            <a:off x="4714505" y="1330036"/>
            <a:ext cx="4940134" cy="507469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1730372-E205-A209-5BEB-51B54FB7EF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359" y="1735495"/>
            <a:ext cx="3360001" cy="1440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571711B-0488-D947-2EA9-289BF5CA1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359" y="3177071"/>
            <a:ext cx="3360001" cy="1440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E10666E-5090-EA0A-AEBF-E4F075D1E9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360" y="4620224"/>
            <a:ext cx="3360001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247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佳欣 盧</dc:creator>
  <cp:lastModifiedBy>佳欣 盧</cp:lastModifiedBy>
  <cp:revision>12</cp:revision>
  <dcterms:created xsi:type="dcterms:W3CDTF">2024-10-31T07:03:55Z</dcterms:created>
  <dcterms:modified xsi:type="dcterms:W3CDTF">2026-03-21T02:05:46Z</dcterms:modified>
</cp:coreProperties>
</file>